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800" b="1">
                <a:solidFill>
                  <a:schemeClr val="accent1"/>
                </a:solidFill>
              </a:defRPr>
            </a:pPr>
            <a:r>
              <a:t>The Quantum Leap: Solving Unsolvable Problems</a:t>
            </a:r>
          </a:p>
        </p:txBody>
      </p:sp>
      <p:sp>
        <p:nvSpPr>
          <p:cNvPr id="3" name="Subtitle 2"/>
          <p:cNvSpPr>
            <a:spLocks noGrp="1"/>
          </p:cNvSpPr>
          <p:nvPr>
            <p:ph type="subTitle" idx="1"/>
          </p:nvPr>
        </p:nvSpPr>
        <p:spPr/>
        <p:txBody>
          <a:bodyPr/>
          <a:lstStyle/>
          <a:p>
            <a:pPr algn="ctr">
              <a:defRPr sz="2000">
                <a:solidFill>
                  <a:srgbClr val="808080"/>
                </a:solidFill>
              </a:defRPr>
            </a:pPr>
            <a:r>
              <a:t>Presented by Synapse AI Chat on 2025-10-19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chemeClr val="dk1"/>
                </a:solidFill>
              </a:defRPr>
            </a:pPr>
            <a:r>
              <a:t>Quantum Computing: Solving the Impossible</a:t>
            </a:r>
          </a:p>
        </p:txBody>
      </p:sp>
      <p:sp>
        <p:nvSpPr>
          <p:cNvPr id="3" name="Content Placeholder 2"/>
          <p:cNvSpPr>
            <a:spLocks noGrp="1"/>
          </p:cNvSpPr>
          <p:nvPr>
            <p:ph idx="1"/>
          </p:nvPr>
        </p:nvSpPr>
        <p:spPr>
          <a:xfrm>
            <a:off x="457200" y="1371600"/>
            <a:ext cx="7315200" cy="5029200"/>
          </a:xfrm>
        </p:spPr>
        <p:txBody>
          <a:bodyPr wrap="square"/>
          <a:lstStyle/>
          <a:p>
            <a:pPr>
              <a:defRPr sz="2000">
                <a:solidFill>
                  <a:schemeClr val="tx1"/>
                </a:solidFill>
              </a:defRPr>
            </a:pPr>
            <a:r>
              <a:t>Quantum computing is an emerging technology that utilizes the laws of quantum mechanics [3]. A quantum computer is a computer, either real or theoretical, that essentially uses quantum mechanical phenomena, specifically exploiting superposed and entangled states [4].</a:t>
            </a:r>
          </a:p>
          <a:p>
            <a:pPr>
              <a:defRPr sz="2000">
                <a:solidFill>
                  <a:schemeClr val="tx1"/>
                </a:solidFill>
              </a:defRPr>
            </a:pPr>
            <a:r>
              <a:t>It differs from classical computers by being able to solve problems that are too complex for classical computers [3].</a:t>
            </a:r>
          </a:p>
        </p:txBody>
      </p:sp>
      <p:pic>
        <p:nvPicPr>
          <p:cNvPr id="4" name="Picture 3" descr="image.png"/>
          <p:cNvPicPr>
            <a:picLocks noChangeAspect="1"/>
          </p:cNvPicPr>
          <p:nvPr/>
        </p:nvPicPr>
        <p:blipFill>
          <a:blip r:embed="rId2"/>
          <a:stretch>
            <a:fillRect/>
          </a:stretch>
        </p:blipFill>
        <p:spPr>
          <a:xfrm>
            <a:off x="8229600" y="1371600"/>
            <a:ext cx="7662216"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chemeClr val="dk1"/>
                </a:solidFill>
              </a:defRPr>
            </a:pPr>
            <a:r>
              <a:t>Applications: Awaiting Powerful Computers</a:t>
            </a:r>
          </a:p>
        </p:txBody>
      </p:sp>
      <p:sp>
        <p:nvSpPr>
          <p:cNvPr id="3" name="Content Placeholder 2"/>
          <p:cNvSpPr>
            <a:spLocks noGrp="1"/>
          </p:cNvSpPr>
          <p:nvPr>
            <p:ph idx="1"/>
          </p:nvPr>
        </p:nvSpPr>
        <p:spPr>
          <a:xfrm>
            <a:off x="457200" y="1371600"/>
            <a:ext cx="7315200" cy="5029200"/>
          </a:xfrm>
        </p:spPr>
        <p:txBody>
          <a:bodyPr wrap="square"/>
          <a:lstStyle/>
          <a:p>
            <a:pPr>
              <a:defRPr sz="2000">
                <a:solidFill>
                  <a:schemeClr val="tx1"/>
                </a:solidFill>
              </a:defRPr>
            </a:pPr>
            <a:r>
              <a:t>I couldn't find a definitive answer in the provided web search results. The context mentions that there are "important real world applications just waiting for sufficiently large and powerful computers" [5] and "hypothetical real life applications of turning NP problems into P problems" [1], as well as "complex problems that we do not know how to solve with classical computers at any practical scale" [4]. However, it does not specify what these significant real-world applications are.</a:t>
            </a:r>
          </a:p>
        </p:txBody>
      </p:sp>
      <p:pic>
        <p:nvPicPr>
          <p:cNvPr id="4" name="Picture 3" descr="image.png"/>
          <p:cNvPicPr>
            <a:picLocks noChangeAspect="1"/>
          </p:cNvPicPr>
          <p:nvPr/>
        </p:nvPicPr>
        <p:blipFill>
          <a:blip r:embed="rId2"/>
          <a:stretch>
            <a:fillRect/>
          </a:stretch>
        </p:blipFill>
        <p:spPr>
          <a:xfrm>
            <a:off x="8229600" y="1371600"/>
            <a:ext cx="14535873" cy="5029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chemeClr val="dk1"/>
                </a:solidFill>
              </a:defRPr>
            </a:pPr>
            <a:r>
              <a:t>Quantum &amp; Internet Security: The Missing Answers</a:t>
            </a:r>
          </a:p>
        </p:txBody>
      </p:sp>
      <p:sp>
        <p:nvSpPr>
          <p:cNvPr id="3" name="Content Placeholder 2"/>
          <p:cNvSpPr>
            <a:spLocks noGrp="1"/>
          </p:cNvSpPr>
          <p:nvPr>
            <p:ph idx="1"/>
          </p:nvPr>
        </p:nvSpPr>
        <p:spPr>
          <a:xfrm>
            <a:off x="457200" y="1371600"/>
            <a:ext cx="7315200" cy="5029200"/>
          </a:xfrm>
        </p:spPr>
        <p:txBody>
          <a:bodyPr wrap="square"/>
          <a:lstStyle/>
          <a:p>
            <a:pPr>
              <a:defRPr sz="2000">
                <a:solidFill>
                  <a:schemeClr val="tx1"/>
                </a:solidFill>
              </a:defRPr>
            </a:pPr>
            <a:r>
              <a:t>I couldn't find a definitive answer in the provided web search results regarding how quantum computing could break current internet security or what the solution is. The context discusses general cybersecurity topics such as career paths and penetration testing, but does not mention quantum computing or its implications for internet security [1], [3], [5].</a:t>
            </a:r>
          </a:p>
        </p:txBody>
      </p:sp>
      <p:pic>
        <p:nvPicPr>
          <p:cNvPr id="4" name="Picture 3" descr="image.png"/>
          <p:cNvPicPr>
            <a:picLocks noChangeAspect="1"/>
          </p:cNvPicPr>
          <p:nvPr/>
        </p:nvPicPr>
        <p:blipFill>
          <a:blip r:embed="rId2"/>
          <a:stretch>
            <a:fillRect/>
          </a:stretch>
        </p:blipFill>
        <p:spPr>
          <a:xfrm>
            <a:off x="8229600" y="1371600"/>
            <a:ext cx="8938152"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3600" b="1">
                <a:solidFill>
                  <a:schemeClr val="dk1"/>
                </a:solidFill>
              </a:defRPr>
            </a:pPr>
            <a:r>
              <a:t>Quantum Computing: Challenges &amp; Future Unclear</a:t>
            </a:r>
          </a:p>
        </p:txBody>
      </p:sp>
      <p:sp>
        <p:nvSpPr>
          <p:cNvPr id="3" name="Content Placeholder 2"/>
          <p:cNvSpPr>
            <a:spLocks noGrp="1"/>
          </p:cNvSpPr>
          <p:nvPr>
            <p:ph idx="1"/>
          </p:nvPr>
        </p:nvSpPr>
        <p:spPr>
          <a:xfrm>
            <a:off x="457200" y="1371600"/>
            <a:ext cx="7315200" cy="5029200"/>
          </a:xfrm>
        </p:spPr>
        <p:txBody>
          <a:bodyPr wrap="square"/>
          <a:lstStyle/>
          <a:p>
            <a:pPr>
              <a:defRPr sz="2000">
                <a:solidFill>
                  <a:schemeClr val="tx1"/>
                </a:solidFill>
              </a:defRPr>
            </a:pPr>
            <a:r>
              <a:t>I couldn't find a definitive answer in the provided web search results regarding the main challenges holding back quantum computing or when we can realistically expect to see widespread use of this technology.</a:t>
            </a:r>
          </a:p>
        </p:txBody>
      </p:sp>
      <p:pic>
        <p:nvPicPr>
          <p:cNvPr id="4" name="Picture 3" descr="image.png"/>
          <p:cNvPicPr>
            <a:picLocks noChangeAspect="1"/>
          </p:cNvPicPr>
          <p:nvPr/>
        </p:nvPicPr>
        <p:blipFill>
          <a:blip r:embed="rId2"/>
          <a:stretch>
            <a:fillRect/>
          </a:stretch>
        </p:blipFill>
        <p:spPr>
          <a:xfrm>
            <a:off x="8229600" y="1371600"/>
            <a:ext cx="4235116"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