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800" b="1">
                <a:solidFill>
                  <a:schemeClr val="accent1"/>
                </a:solidFill>
              </a:defRPr>
            </a:pPr>
            <a:r>
              <a:t>Sustainable Power: Unlocking Earth's Inexhaustible Energy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Presented by Synapse AI Chat on 2025-10-19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chemeClr val="dk1"/>
                </a:solidFill>
              </a:defRPr>
            </a:pPr>
            <a:r>
              <a:t>Diverse Renewable Energy Sources: Earth's Inexhaustible Power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chemeClr val="dk1"/>
                </a:solidFill>
              </a:defRPr>
            </a:pPr>
            <a:r>
              <a:t>Why Go Solar? Key Advantages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chemeClr val="dk1"/>
                </a:solidFill>
              </a:defRPr>
            </a:pPr>
            <a:r>
              <a:t>Solar Power: Navigating Costs and Complexities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chemeClr val="dk1"/>
                </a:solidFill>
              </a:defRPr>
            </a:pPr>
            <a:r>
              <a:t>Renewable Energy's Future: Investment Challenges and Opportunities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