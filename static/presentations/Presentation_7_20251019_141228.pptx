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800" b="1">
                <a:solidFill>
                  <a:schemeClr val="accent1"/>
                </a:solidFill>
              </a:defRPr>
            </a:pPr>
            <a:r>
              <a:t>**Infinite Power: Our Renewable Energy Future**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000">
                <a:solidFill>
                  <a:srgbClr val="808080"/>
                </a:solidFill>
              </a:defRPr>
            </a:pPr>
            <a:r>
              <a:t>Presented by Synapse AI Chat on 2025-10-19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chemeClr val="dk1"/>
                </a:solidFill>
              </a:defRPr>
            </a:pPr>
            <a:r>
              <a:t>Diverse Renewable Energy Sources Explored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7315200" cy="5029200"/>
          </a:xfrm>
        </p:spPr>
        <p:txBody>
          <a:bodyPr wrap="square">
            <a:spAutoFit/>
          </a:bodyPr>
          <a:lstStyle/>
          <a:p>
            <a:pPr>
              <a:defRPr sz="2000">
                <a:solidFill>
                  <a:schemeClr val="tx1"/>
                </a:solidFill>
              </a:defRPr>
            </a:pPr>
            <a:r>
              <a:t>The main types of renewable energy sources available today include wind, solar, hydroelectric (or hydropower), and bioenergy [1, 3]. Geothermal power is also a significant renewable energy type in some countries . These renewable resources are considered virtually inexhaustible 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371600"/>
            <a:ext cx="5943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chemeClr val="dk1"/>
                </a:solidFill>
              </a:defRPr>
            </a:pPr>
            <a:r>
              <a:t>Solar Power: Bright Benefits for Your Home and Wallet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7315200" cy="5029200"/>
          </a:xfrm>
        </p:spPr>
        <p:txBody>
          <a:bodyPr wrap="square">
            <a:spAutoFit/>
          </a:bodyPr>
          <a:lstStyle/>
          <a:p>
            <a:pPr>
              <a:defRPr sz="2000">
                <a:solidFill>
                  <a:schemeClr val="tx1"/>
                </a:solidFill>
              </a:defRPr>
            </a:pPr>
            <a:r>
              <a:t>The advantages of solar power include:</a:t>
            </a:r>
          </a:p>
          <a:p>
            <a:pPr>
              <a:defRPr sz="2000">
                <a:solidFill>
                  <a:schemeClr val="tx1"/>
                </a:solidFill>
              </a:defRPr>
            </a:pPr>
            <a:r>
              <a:t>It allows you to keep the lights on if the electrical grid goes down .</a:t>
            </a:r>
          </a:p>
          <a:p>
            <a:pPr>
              <a:defRPr sz="2000">
                <a:solidFill>
                  <a:schemeClr val="tx1"/>
                </a:solidFill>
              </a:defRPr>
            </a:pPr>
            <a:r>
              <a:t>The sun is an unchangeable and inexhaustible source of energy .</a:t>
            </a:r>
          </a:p>
          <a:p>
            <a:pPr>
              <a:defRPr sz="2000">
                <a:solidFill>
                  <a:schemeClr val="tx1"/>
                </a:solidFill>
              </a:defRPr>
            </a:pPr>
            <a:r>
              <a:t>Solar energy can power your home .</a:t>
            </a:r>
          </a:p>
          <a:p>
            <a:pPr>
              <a:defRPr sz="2000">
                <a:solidFill>
                  <a:schemeClr val="tx1"/>
                </a:solidFill>
              </a:defRPr>
            </a:pPr>
            <a:r>
              <a:t>It can help reduce your electricity costs 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371600"/>
            <a:ext cx="5943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chemeClr val="dk1"/>
                </a:solidFill>
              </a:defRPr>
            </a:pPr>
            <a:r>
              <a:t>Solar Power: Practical Hurdles and Downsides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7315200" cy="5029200"/>
          </a:xfrm>
        </p:spPr>
        <p:txBody>
          <a:bodyPr wrap="square">
            <a:spAutoFit/>
          </a:bodyPr>
          <a:lstStyle/>
          <a:p>
            <a:pPr>
              <a:defRPr sz="2000">
                <a:solidFill>
                  <a:schemeClr val="tx1"/>
                </a:solidFill>
              </a:defRPr>
            </a:pPr>
            <a:r>
              <a:t>Some challenges and disadvantages of solar power include:</a:t>
            </a:r>
          </a:p>
          <a:p>
            <a:pPr>
              <a:defRPr sz="2000">
                <a:solidFill>
                  <a:schemeClr val="tx1"/>
                </a:solidFill>
              </a:defRPr>
            </a:pPr>
            <a:r>
              <a:t>Some people cannot afford the monthly payments to finance solar installations .</a:t>
            </a:r>
          </a:p>
          <a:p>
            <a:pPr>
              <a:defRPr sz="2000">
                <a:solidFill>
                  <a:schemeClr val="tx1"/>
                </a:solidFill>
              </a:defRPr>
            </a:pPr>
            <a:r>
              <a:t>Solar power can potentially cost more over the years .</a:t>
            </a:r>
          </a:p>
          <a:p>
            <a:pPr>
              <a:defRPr sz="2000">
                <a:solidFill>
                  <a:schemeClr val="tx1"/>
                </a:solidFill>
              </a:defRPr>
            </a:pPr>
            <a:r>
              <a:t>Solar panels are not suitable for every homeowner's situation, such as some mobile homeowners .</a:t>
            </a:r>
          </a:p>
          <a:p>
            <a:pPr>
              <a:defRPr sz="2000">
                <a:solidFill>
                  <a:schemeClr val="tx1"/>
                </a:solidFill>
              </a:defRPr>
            </a:pPr>
            <a:r>
              <a:t>For whole-house backup power, a single battery might not be sufficient to run the entire system 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371600"/>
            <a:ext cx="5943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chemeClr val="dk1"/>
                </a:solidFill>
              </a:defRPr>
            </a:pPr>
            <a:r>
              <a:t>Renewable Energy's Future: Costs, Innovation, and Finance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7315200" cy="5029200"/>
          </a:xfrm>
        </p:spPr>
        <p:txBody>
          <a:bodyPr wrap="square">
            <a:spAutoFit/>
          </a:bodyPr>
          <a:lstStyle/>
          <a:p>
            <a:pPr>
              <a:defRPr sz="2000">
                <a:solidFill>
                  <a:schemeClr val="tx1"/>
                </a:solidFill>
              </a:defRPr>
            </a:pPr>
            <a:r>
              <a:t>Based on the provided web search context, the future outlook for renewable energy includes several considerations:</a:t>
            </a:r>
          </a:p>
          <a:p>
            <a:pPr>
              <a:defRPr sz="2000">
                <a:solidFill>
                  <a:schemeClr val="tx1"/>
                </a:solidFill>
              </a:defRPr>
            </a:pPr>
            <a:r>
              <a:t>One perspective suggested that if a certain amount of power was needed, costing another trillion in renewable energy, then the outlook wasn't good .</a:t>
            </a:r>
          </a:p>
          <a:p>
            <a:pPr>
              <a:defRPr sz="2000">
                <a:solidFill>
                  <a:schemeClr val="tx1"/>
                </a:solidFill>
              </a:defRPr>
            </a:pPr>
            <a:r>
              <a:t>Renewable energy is also noted for "firing up emerging industries" and is explored as part of the future of location technology across the business world .</a:t>
            </a:r>
          </a:p>
          <a:p>
            <a:pPr>
              <a:defRPr sz="2000">
                <a:solidFill>
                  <a:schemeClr val="tx1"/>
                </a:solidFill>
              </a:defRPr>
            </a:pPr>
            <a:r>
              <a:t>A major program of renewable energy development is anticipated to involve large costs .</a:t>
            </a:r>
          </a:p>
          <a:p>
            <a:pPr>
              <a:defRPr sz="2000">
                <a:solidFill>
                  <a:schemeClr val="tx1"/>
                </a:solidFill>
              </a:defRPr>
            </a:pPr>
            <a:r>
              <a:t>There are discussions about renewable energy tax credit finance series and negotiating tax credit equity investment processes in the future, with investors coming in for cash and depreciation benefits 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371600"/>
            <a:ext cx="5943600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