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chemeClr val="accent1"/>
                </a:solidFill>
              </a:defRPr>
            </a:pPr>
            <a:r>
              <a:t>Unlocking Renewables: Earth's Inexhaustible Energy 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808080"/>
                </a:solidFill>
              </a:defRPr>
            </a:pPr>
            <a:r>
              <a:t>Presented by Synapse AI Chat on 2025-10-19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Core Renewable Energy Sources: Earth's Inexhaustible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chemeClr val="tx1"/>
                </a:solidFill>
              </a:defRPr>
            </a:pPr>
            <a:r>
              <a:t>The main types of renewable energy sources available today include wind, solar, hydroelectric (or hydropower), and bioenergy [1, 3]. Geothermal power is also a significant renewable energy type in some countries [3]. These renewable resources are considered virtually inexhaustible [5].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The Bright Side: Key Advantages of Solar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chemeClr val="tx1"/>
                </a:solidFill>
              </a:defRPr>
            </a:pPr>
            <a:r>
              <a:t>The advantages of solar power include: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It allows you to keep the lights on if the electrical grid goes down [1].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The sun is an unchangeable and inexhaustible source of energy [2].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Solar energy can power your home [3].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It can help reduce your electricity costs [3].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705499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Solar Power: The Realities and Roadblocks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chemeClr val="tx1"/>
                </a:solidFill>
              </a:defRPr>
            </a:pPr>
            <a:r>
              <a:t>Some challenges and disadvantages of solar power include: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Some people cannot afford the monthly payments to finance solar installations [1].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Solar power can potentially cost more over the years [1].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Solar panels are not suitable for every homeowner's situation, such as some mobile homeowners [4].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For whole-house backup power, a single battery might not be sufficient to run the entire system [3].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9024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chemeClr val="dk1"/>
                </a:solidFill>
              </a:defRPr>
            </a:pPr>
            <a:r>
              <a:t>Renewable Energy Outlook: Costs, Investment, and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chemeClr val="tx1"/>
                </a:solidFill>
              </a:defRPr>
            </a:pPr>
            <a:r>
              <a:t>Based on the provided web search context, the future outlook for renewable energy includes several considerations: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One perspective suggested that if a certain amount of power was needed, costing another trillion in renewable energy, then the outlook wasn't good [1].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Renewable energy is also noted for "firing up emerging industries" and is explored as part of the future of location technology across the business world [4].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A major program of renewable energy development is anticipated to involve large costs [5].</a:t>
            </a:r>
          </a:p>
          <a:p>
            <a:pPr>
              <a:defRPr sz="1800">
                <a:solidFill>
                  <a:schemeClr val="tx1"/>
                </a:solidFill>
              </a:defRPr>
            </a:pPr>
            <a:r>
              <a:t>There are discussions about renewable energy tax credit finance series and negotiating tax credit equity investment processes in the future, with investors coming in for cash and depreciation benefits [3].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Image Not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